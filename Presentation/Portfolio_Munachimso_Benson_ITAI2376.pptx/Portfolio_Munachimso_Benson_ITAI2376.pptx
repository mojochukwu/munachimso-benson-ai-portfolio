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31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imso Benson" userId="71cb57eebe9d1e07" providerId="LiveId" clId="{F2EAF407-38DB-4B20-926D-3A2A95218D3A}"/>
    <pc:docChg chg="modSld">
      <pc:chgData name="Chimso Benson" userId="71cb57eebe9d1e07" providerId="LiveId" clId="{F2EAF407-38DB-4B20-926D-3A2A95218D3A}" dt="2026-05-07T02:17:53.982" v="19" actId="20577"/>
      <pc:docMkLst>
        <pc:docMk/>
      </pc:docMkLst>
      <pc:sldChg chg="modSp mod">
        <pc:chgData name="Chimso Benson" userId="71cb57eebe9d1e07" providerId="LiveId" clId="{F2EAF407-38DB-4B20-926D-3A2A95218D3A}" dt="2026-05-07T02:17:53.982" v="19" actId="20577"/>
        <pc:sldMkLst>
          <pc:docMk/>
          <pc:sldMk cId="0" sldId="260"/>
        </pc:sldMkLst>
        <pc:spChg chg="mod">
          <ac:chgData name="Chimso Benson" userId="71cb57eebe9d1e07" providerId="LiveId" clId="{F2EAF407-38DB-4B20-926D-3A2A95218D3A}" dt="2026-05-07T02:17:41.480" v="15" actId="20577"/>
          <ac:spMkLst>
            <pc:docMk/>
            <pc:sldMk cId="0" sldId="260"/>
            <ac:spMk id="9" creationId="{00000000-0000-0000-0000-000000000000}"/>
          </ac:spMkLst>
        </pc:spChg>
        <pc:spChg chg="mod">
          <ac:chgData name="Chimso Benson" userId="71cb57eebe9d1e07" providerId="LiveId" clId="{F2EAF407-38DB-4B20-926D-3A2A95218D3A}" dt="2026-05-07T02:17:50.175" v="17" actId="20577"/>
          <ac:spMkLst>
            <pc:docMk/>
            <pc:sldMk cId="0" sldId="260"/>
            <ac:spMk id="13" creationId="{00000000-0000-0000-0000-000000000000}"/>
          </ac:spMkLst>
        </pc:spChg>
        <pc:spChg chg="mod">
          <ac:chgData name="Chimso Benson" userId="71cb57eebe9d1e07" providerId="LiveId" clId="{F2EAF407-38DB-4B20-926D-3A2A95218D3A}" dt="2026-05-07T02:17:53.982" v="19" actId="20577"/>
          <ac:spMkLst>
            <pc:docMk/>
            <pc:sldMk cId="0" sldId="260"/>
            <ac:spMk id="15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418725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ojochukwu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ojochukwu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766560" y="-1097280"/>
            <a:ext cx="3657600" cy="3657600"/>
          </a:xfrm>
          <a:prstGeom prst="ellipse">
            <a:avLst/>
          </a:prstGeom>
          <a:solidFill>
            <a:srgbClr val="1B4F72">
              <a:alpha val="40000"/>
            </a:srgbClr>
          </a:solidFill>
          <a:ln w="12700">
            <a:solidFill>
              <a:srgbClr val="1B4F72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498080" y="-457200"/>
            <a:ext cx="2286000" cy="2286000"/>
          </a:xfrm>
          <a:prstGeom prst="ellipse">
            <a:avLst/>
          </a:prstGeom>
          <a:solidFill>
            <a:srgbClr val="2E86DE">
              <a:alpha val="25000"/>
            </a:srgbClr>
          </a:solidFill>
          <a:ln w="12700">
            <a:solidFill>
              <a:srgbClr val="2E86DE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MUNACHIMSO BENSON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 &amp; AI Systems | HCCS ITAI-2376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2176272"/>
            <a:ext cx="5943600" cy="36576"/>
          </a:xfrm>
          <a:prstGeom prst="rect">
            <a:avLst/>
          </a:prstGeom>
          <a:solidFill>
            <a:srgbClr val="2E86DE"/>
          </a:solidFill>
          <a:ln w="12700">
            <a:solidFill>
              <a:srgbClr val="2E86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65760" y="2331720"/>
            <a:ext cx="7132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E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student specializing in deep learning, generative models, and intelligent agent systems. Built and trained CNNs, Transformers, Diffusion Models, and autonomous agents from the ground up.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65760" y="3493008"/>
            <a:ext cx="3291840" cy="457200"/>
          </a:xfrm>
          <a:prstGeom prst="rect">
            <a:avLst/>
          </a:prstGeom>
          <a:solidFill>
            <a:srgbClr val="2E86DE"/>
          </a:solidFill>
          <a:ln w="12700">
            <a:solidFill>
              <a:srgbClr val="2E86DE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>
            <a:hlinkClick r:id="rId3"/>
          </p:cNvPr>
          <p:cNvSpPr/>
          <p:nvPr/>
        </p:nvSpPr>
        <p:spPr>
          <a:xfrm>
            <a:off x="365760" y="349300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 github.com/Mojochukwu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840480" y="3493008"/>
            <a:ext cx="4206240" cy="457200"/>
          </a:xfrm>
          <a:prstGeom prst="rect">
            <a:avLst/>
          </a:prstGeom>
          <a:solidFill>
            <a:srgbClr val="1B4F72"/>
          </a:solidFill>
          <a:ln w="12700">
            <a:solidFill>
              <a:srgbClr val="00B4D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840480" y="349300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✉  W216459591@student.hccs.edu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65760" y="46177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EA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Patricia McManus  |  ITAI-2376 Deep Learning  |  Spring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AF2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JOURNEY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822960"/>
            <a:ext cx="9144000" cy="5486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2395728"/>
            <a:ext cx="8229600" cy="64008"/>
          </a:xfrm>
          <a:prstGeom prst="rect">
            <a:avLst/>
          </a:prstGeom>
          <a:solidFill>
            <a:srgbClr val="2E86DE"/>
          </a:solidFill>
          <a:ln w="12700">
            <a:solidFill>
              <a:srgbClr val="2E86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38912" y="2194560"/>
            <a:ext cx="402336" cy="402336"/>
          </a:xfrm>
          <a:prstGeom prst="ellipse">
            <a:avLst/>
          </a:prstGeom>
          <a:solidFill>
            <a:srgbClr val="2E86DE"/>
          </a:solidFill>
          <a:ln w="254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38912" y="2194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0" y="1024128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0" y="2715768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Frameworks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267712" y="2194560"/>
            <a:ext cx="402336" cy="402336"/>
          </a:xfrm>
          <a:prstGeom prst="ellipse">
            <a:avLst/>
          </a:prstGeom>
          <a:solidFill>
            <a:srgbClr val="2E86DE"/>
          </a:solidFill>
          <a:ln w="254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267712" y="2194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828800" y="1024128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CNNs &amp;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828800" y="2715768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096512" y="2194560"/>
            <a:ext cx="402336" cy="402336"/>
          </a:xfrm>
          <a:prstGeom prst="ellipse">
            <a:avLst/>
          </a:prstGeom>
          <a:solidFill>
            <a:srgbClr val="2E86DE"/>
          </a:solidFill>
          <a:ln w="254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096512" y="2194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657600" y="1024128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RNNs &amp;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657600" y="2715768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 &amp; BERT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925312" y="2194560"/>
            <a:ext cx="402336" cy="402336"/>
          </a:xfrm>
          <a:prstGeom prst="ellipse">
            <a:avLst/>
          </a:prstGeom>
          <a:solidFill>
            <a:srgbClr val="2E86DE"/>
          </a:solidFill>
          <a:ln w="254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925312" y="2194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0" y="1024128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486400" y="2715768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Diffusion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754112" y="2194560"/>
            <a:ext cx="402336" cy="402336"/>
          </a:xfrm>
          <a:prstGeom prst="ellipse">
            <a:avLst/>
          </a:prstGeom>
          <a:solidFill>
            <a:srgbClr val="2E86DE"/>
          </a:solidFill>
          <a:ln w="254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754112" y="2194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315200" y="1024128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 &amp;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315200" y="2715768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Q-Learning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Blog Agent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65760" y="41605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Technologies Mastered: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4526280"/>
            <a:ext cx="1920240" cy="2743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365760" y="45262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2514600" y="4526280"/>
            <a:ext cx="1920240" cy="2743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2514600" y="45262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TensorFlow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663440" y="4526280"/>
            <a:ext cx="1920240" cy="2743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663440" y="45262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HuggingFace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812280" y="4526280"/>
            <a:ext cx="1920240" cy="2743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6812280" y="45262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365760" y="4873752"/>
            <a:ext cx="1920240" cy="2743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365760" y="487375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API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2514600" y="4873752"/>
            <a:ext cx="1920240" cy="2743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2514600" y="487375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Gymnasium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663440" y="4873752"/>
            <a:ext cx="1920240" cy="2743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4663440" y="487375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812280" y="4873752"/>
            <a:ext cx="1920240" cy="2743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6812280" y="487375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Matplotlib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FEATURED PROJECTS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822960"/>
            <a:ext cx="9144000" cy="5486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82880" y="1005840"/>
            <a:ext cx="2834640" cy="3886200"/>
          </a:xfrm>
          <a:prstGeom prst="rect">
            <a:avLst/>
          </a:prstGeom>
          <a:solidFill>
            <a:srgbClr val="1B4F72"/>
          </a:solidFill>
          <a:ln w="12700">
            <a:solidFill>
              <a:srgbClr val="2E86DE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82880" y="1005840"/>
            <a:ext cx="2834640" cy="7315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82880" y="111556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🤖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274320" y="1673352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Blog-to-Podcast Agent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219456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 •  GPT-4o-mini  •  OpenAI TTS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65760" y="2578608"/>
            <a:ext cx="2468880" cy="27432"/>
          </a:xfrm>
          <a:prstGeom prst="rect">
            <a:avLst/>
          </a:prstGeom>
          <a:solidFill>
            <a:srgbClr val="8EAFC2"/>
          </a:solidFill>
          <a:ln w="12700">
            <a:solidFill>
              <a:srgbClr val="8EA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20040" y="2651760"/>
            <a:ext cx="25603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AE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agentic pipeline: scrapes blog URLs, rewrites for audio using GPT-4o-mini, and synthesises human-sounding speech. Cost ~$0.03/run.</a:t>
            </a:r>
            <a:endParaRPr lang="en-US" sz="1100" dirty="0"/>
          </a:p>
        </p:txBody>
      </p:sp>
      <p:sp>
        <p:nvSpPr>
          <p:cNvPr id="12" name="Text 10">
            <a:hlinkClick r:id="rId3"/>
          </p:cNvPr>
          <p:cNvSpPr/>
          <p:nvPr/>
        </p:nvSpPr>
        <p:spPr>
          <a:xfrm>
            <a:off x="274320" y="44348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u="sng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github.com/Mojochukwu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172968" y="1005840"/>
            <a:ext cx="2834640" cy="3886200"/>
          </a:xfrm>
          <a:prstGeom prst="rect">
            <a:avLst/>
          </a:prstGeom>
          <a:solidFill>
            <a:srgbClr val="1B4F72"/>
          </a:solidFill>
          <a:ln w="12700">
            <a:solidFill>
              <a:srgbClr val="2E86DE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172968" y="1005840"/>
            <a:ext cx="2834640" cy="7315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172968" y="111556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🔥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3264408" y="1673352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Diffusion Model — MNIST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264408" y="219456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 •  U-Net  •  CLIP Evaluation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355848" y="2578608"/>
            <a:ext cx="2468880" cy="27432"/>
          </a:xfrm>
          <a:prstGeom prst="rect">
            <a:avLst/>
          </a:prstGeom>
          <a:solidFill>
            <a:srgbClr val="8EAFC2"/>
          </a:solidFill>
          <a:ln w="12700">
            <a:solidFill>
              <a:srgbClr val="8EA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310128" y="2651760"/>
            <a:ext cx="25603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AE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 class-conditioned U-Net diffusion model (1.5M params) from scratch. Trained 30 epochs on MNIST; 47% loss improvement. Evaluated with OpenAI CLIP.</a:t>
            </a:r>
            <a:endParaRPr lang="en-US" sz="1100" dirty="0"/>
          </a:p>
        </p:txBody>
      </p:sp>
      <p:sp>
        <p:nvSpPr>
          <p:cNvPr id="20" name="Text 18">
            <a:hlinkClick r:id="rId3"/>
          </p:cNvPr>
          <p:cNvSpPr/>
          <p:nvPr/>
        </p:nvSpPr>
        <p:spPr>
          <a:xfrm>
            <a:off x="3264408" y="44348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u="sng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github.com/Mojochukwu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63056" y="1005840"/>
            <a:ext cx="2834640" cy="3886200"/>
          </a:xfrm>
          <a:prstGeom prst="rect">
            <a:avLst/>
          </a:prstGeom>
          <a:solidFill>
            <a:srgbClr val="1B4F72"/>
          </a:solidFill>
          <a:ln w="12700">
            <a:solidFill>
              <a:srgbClr val="2E86DE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6163056" y="1005840"/>
            <a:ext cx="2834640" cy="7315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163056" y="111556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⚡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6254496" y="1673352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RNNs vs Transformers vs ViT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254496" y="219456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 •  DistilBERT  •  ViT  •  CIFAR-10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345936" y="2578608"/>
            <a:ext cx="2468880" cy="27432"/>
          </a:xfrm>
          <a:prstGeom prst="rect">
            <a:avLst/>
          </a:prstGeom>
          <a:solidFill>
            <a:srgbClr val="8EAFC2"/>
          </a:solidFill>
          <a:ln w="12700">
            <a:solidFill>
              <a:srgbClr val="8EA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300216" y="2651760"/>
            <a:ext cx="25603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AE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Comprehensive benchmark: Vanilla RNN (70.3%) → LSTM (81.2%) → DistilBERT (91.05%). ViT hit 96.6% on CIFAR-10 vs custom CNN at 49.6%.</a:t>
            </a:r>
            <a:endParaRPr lang="en-US" sz="1100" dirty="0"/>
          </a:p>
        </p:txBody>
      </p:sp>
      <p:sp>
        <p:nvSpPr>
          <p:cNvPr id="28" name="Text 26">
            <a:hlinkClick r:id="rId3"/>
          </p:cNvPr>
          <p:cNvSpPr/>
          <p:nvPr/>
        </p:nvSpPr>
        <p:spPr>
          <a:xfrm>
            <a:off x="6254496" y="44348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u="sng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github.com/Mojochukwu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AF2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&amp; COMPETENCIES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822960"/>
            <a:ext cx="9144000" cy="5486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65760" y="10058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Skills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463040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 (PyTorch / TF)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00784"/>
            <a:ext cx="4114800" cy="146304"/>
          </a:xfrm>
          <a:prstGeom prst="rect">
            <a:avLst/>
          </a:prstGeom>
          <a:solidFill>
            <a:srgbClr val="C8D9EA"/>
          </a:solidFill>
          <a:ln w="12700">
            <a:solidFill>
              <a:srgbClr val="C8D9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365760" y="1700784"/>
            <a:ext cx="3621024" cy="146304"/>
          </a:xfrm>
          <a:prstGeom prst="rect">
            <a:avLst/>
          </a:prstGeom>
          <a:solidFill>
            <a:srgbClr val="2E86DE"/>
          </a:solidFill>
          <a:ln w="12700">
            <a:solidFill>
              <a:srgbClr val="2E86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26280" y="146304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2E8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88%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198424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CNNs &amp; Transfer Learning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" y="2221992"/>
            <a:ext cx="4114800" cy="146304"/>
          </a:xfrm>
          <a:prstGeom prst="rect">
            <a:avLst/>
          </a:prstGeom>
          <a:solidFill>
            <a:srgbClr val="C8D9EA"/>
          </a:solidFill>
          <a:ln w="12700">
            <a:solidFill>
              <a:srgbClr val="C8D9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65760" y="2221992"/>
            <a:ext cx="3497580" cy="146304"/>
          </a:xfrm>
          <a:prstGeom prst="rect">
            <a:avLst/>
          </a:prstGeom>
          <a:solidFill>
            <a:srgbClr val="2E86DE"/>
          </a:solidFill>
          <a:ln w="12700">
            <a:solidFill>
              <a:srgbClr val="2E86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526280" y="1984248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2E8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65760" y="2505456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Transformers &amp; NLP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2743200"/>
            <a:ext cx="4114800" cy="146304"/>
          </a:xfrm>
          <a:prstGeom prst="rect">
            <a:avLst/>
          </a:prstGeom>
          <a:solidFill>
            <a:srgbClr val="C8D9EA"/>
          </a:solidFill>
          <a:ln w="12700">
            <a:solidFill>
              <a:srgbClr val="C8D9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3374136" cy="146304"/>
          </a:xfrm>
          <a:prstGeom prst="rect">
            <a:avLst/>
          </a:prstGeom>
          <a:solidFill>
            <a:srgbClr val="2E86DE"/>
          </a:solidFill>
          <a:ln w="12700">
            <a:solidFill>
              <a:srgbClr val="2E86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526280" y="250545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2E8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82%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65760" y="3026664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Models (Diffusion)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3264408"/>
            <a:ext cx="4114800" cy="146304"/>
          </a:xfrm>
          <a:prstGeom prst="rect">
            <a:avLst/>
          </a:prstGeom>
          <a:solidFill>
            <a:srgbClr val="C8D9EA"/>
          </a:solidFill>
          <a:ln w="12700">
            <a:solidFill>
              <a:srgbClr val="C8D9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365760" y="3264408"/>
            <a:ext cx="3209544" cy="146304"/>
          </a:xfrm>
          <a:prstGeom prst="rect">
            <a:avLst/>
          </a:prstGeom>
          <a:solidFill>
            <a:srgbClr val="2E86DE"/>
          </a:solidFill>
          <a:ln w="12700">
            <a:solidFill>
              <a:srgbClr val="2E86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526280" y="302666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2E8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78%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65760" y="354787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Reinforcement Learning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785616"/>
            <a:ext cx="4114800" cy="146304"/>
          </a:xfrm>
          <a:prstGeom prst="rect">
            <a:avLst/>
          </a:prstGeom>
          <a:solidFill>
            <a:srgbClr val="C8D9EA"/>
          </a:solidFill>
          <a:ln w="12700">
            <a:solidFill>
              <a:srgbClr val="C8D9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365760" y="3785616"/>
            <a:ext cx="2962656" cy="146304"/>
          </a:xfrm>
          <a:prstGeom prst="rect">
            <a:avLst/>
          </a:prstGeom>
          <a:solidFill>
            <a:srgbClr val="2E86DE"/>
          </a:solidFill>
          <a:ln w="12700">
            <a:solidFill>
              <a:srgbClr val="2E86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526280" y="354787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2E8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72%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65760" y="4069080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 Development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306824"/>
            <a:ext cx="4114800" cy="146304"/>
          </a:xfrm>
          <a:prstGeom prst="rect">
            <a:avLst/>
          </a:prstGeom>
          <a:solidFill>
            <a:srgbClr val="C8D9EA"/>
          </a:solidFill>
          <a:ln w="12700">
            <a:solidFill>
              <a:srgbClr val="C8D9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365760" y="4306824"/>
            <a:ext cx="3291840" cy="146304"/>
          </a:xfrm>
          <a:prstGeom prst="rect">
            <a:avLst/>
          </a:prstGeom>
          <a:solidFill>
            <a:srgbClr val="2E86DE"/>
          </a:solidFill>
          <a:ln w="12700">
            <a:solidFill>
              <a:srgbClr val="2E86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526280" y="40690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2E8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029200" y="10058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Competencies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029200" y="1463040"/>
            <a:ext cx="18288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2E86DE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029200" y="15087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🧠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5029200" y="195681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Architecture Design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995160" y="1463040"/>
            <a:ext cx="18288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2E86DE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995160" y="15087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6995160" y="195681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&amp; Evaluation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0" y="2542032"/>
            <a:ext cx="18288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2E86DE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5029200" y="2587752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🔧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5029200" y="30358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Hyperparameter Tuning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995160" y="2542032"/>
            <a:ext cx="18288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2E86DE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6995160" y="2587752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🤝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6995160" y="30358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Collaboration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029200" y="3621024"/>
            <a:ext cx="18288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2E86DE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5029200" y="366674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🗒️</a:t>
            </a:r>
            <a:endParaRPr lang="en-US" sz="2200" dirty="0"/>
          </a:p>
        </p:txBody>
      </p:sp>
      <p:sp>
        <p:nvSpPr>
          <p:cNvPr id="45" name="Text 43"/>
          <p:cNvSpPr/>
          <p:nvPr/>
        </p:nvSpPr>
        <p:spPr>
          <a:xfrm>
            <a:off x="5029200" y="4114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&amp; Documentation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995160" y="3621024"/>
            <a:ext cx="18288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2E86DE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6995160" y="366674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🚀</a:t>
            </a:r>
            <a:endParaRPr lang="en-US" sz="2200" dirty="0"/>
          </a:p>
        </p:txBody>
      </p:sp>
      <p:sp>
        <p:nvSpPr>
          <p:cNvPr id="48" name="Text 46"/>
          <p:cNvSpPr/>
          <p:nvPr/>
        </p:nvSpPr>
        <p:spPr>
          <a:xfrm>
            <a:off x="6995160" y="4114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Deployment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2286000"/>
            <a:ext cx="4572000" cy="4572000"/>
          </a:xfrm>
          <a:prstGeom prst="ellipse">
            <a:avLst/>
          </a:prstGeom>
          <a:solidFill>
            <a:srgbClr val="1B4F72">
              <a:alpha val="30000"/>
            </a:srgbClr>
          </a:solidFill>
          <a:ln w="12700">
            <a:solidFill>
              <a:srgbClr val="1B4F72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858000" y="-731520"/>
            <a:ext cx="3200400" cy="3200400"/>
          </a:xfrm>
          <a:prstGeom prst="ellipse">
            <a:avLst/>
          </a:prstGeom>
          <a:solidFill>
            <a:srgbClr val="2E86DE">
              <a:alpha val="20000"/>
            </a:srgbClr>
          </a:solidFill>
          <a:ln w="12700">
            <a:solidFill>
              <a:srgbClr val="2E86DE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6576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&amp; NEXT STEPS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0" y="822960"/>
            <a:ext cx="9144000" cy="5486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65760" y="100584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Learned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65760" y="1481328"/>
            <a:ext cx="256032" cy="256032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31520" y="1463040"/>
            <a:ext cx="3840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E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 is about choosing the right architecture for the right data because its not one-size fits-all.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" y="2231136"/>
            <a:ext cx="256032" cy="256032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31520" y="2212848"/>
            <a:ext cx="3840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E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Transformers dominate language; CNNs still hold an edge in real-time vision tasks.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2980944"/>
            <a:ext cx="256032" cy="256032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31520" y="2962656"/>
            <a:ext cx="3840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E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unlock a new level of AI utility - orchestrating models to solve real problems end-to-end.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3730752"/>
            <a:ext cx="256032" cy="256032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31520" y="3712464"/>
            <a:ext cx="3840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E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matters as much as </a:t>
            </a:r>
            <a:r>
              <a:rPr lang="en-US" sz="1100">
                <a:solidFill>
                  <a:srgbClr val="CAE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- </a:t>
            </a:r>
            <a:r>
              <a:rPr lang="en-US" sz="1100" dirty="0">
                <a:solidFill>
                  <a:srgbClr val="CAE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scoring, confusion matrices, and loss curves tell the full story.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54880" y="960120"/>
            <a:ext cx="36576" cy="3474720"/>
          </a:xfrm>
          <a:prstGeom prst="rect">
            <a:avLst/>
          </a:prstGeom>
          <a:solidFill>
            <a:srgbClr val="2E86DE"/>
          </a:solidFill>
          <a:ln w="12700">
            <a:solidFill>
              <a:srgbClr val="2E86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983480" y="100584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Goals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983480" y="1481328"/>
            <a:ext cx="3749040" cy="594360"/>
          </a:xfrm>
          <a:prstGeom prst="rect">
            <a:avLst/>
          </a:prstGeom>
          <a:solidFill>
            <a:srgbClr val="1B4F72"/>
          </a:solidFill>
          <a:ln w="12700">
            <a:solidFill>
              <a:srgbClr val="2E86DE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074920" y="1481328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Build multi-agent AI systems with AutoGen &amp; CrewAI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983480" y="2231136"/>
            <a:ext cx="3749040" cy="594360"/>
          </a:xfrm>
          <a:prstGeom prst="rect">
            <a:avLst/>
          </a:prstGeom>
          <a:solidFill>
            <a:srgbClr val="1B4F72"/>
          </a:solidFill>
          <a:ln w="12700">
            <a:solidFill>
              <a:srgbClr val="2E86DE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074920" y="2231136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 Deploy models to production with FastAPI &amp; Docker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983480" y="2980944"/>
            <a:ext cx="3749040" cy="594360"/>
          </a:xfrm>
          <a:prstGeom prst="rect">
            <a:avLst/>
          </a:prstGeom>
          <a:solidFill>
            <a:srgbClr val="1B4F72"/>
          </a:solidFill>
          <a:ln w="12700">
            <a:solidFill>
              <a:srgbClr val="2E86DE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074920" y="2980944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🧬  Explore fine-tuning open-source LLMs (LLaMA, Mistral)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983480" y="3730752"/>
            <a:ext cx="3749040" cy="594360"/>
          </a:xfrm>
          <a:prstGeom prst="rect">
            <a:avLst/>
          </a:prstGeom>
          <a:solidFill>
            <a:srgbClr val="1B4F72"/>
          </a:solidFill>
          <a:ln w="12700">
            <a:solidFill>
              <a:srgbClr val="2E86DE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074920" y="3730752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 Pursue AI engineering roles and contribute to open-source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0" y="4617720"/>
            <a:ext cx="9144000" cy="525780"/>
          </a:xfrm>
          <a:prstGeom prst="rect">
            <a:avLst/>
          </a:prstGeom>
          <a:solidFill>
            <a:srgbClr val="2E86DE"/>
          </a:solidFill>
          <a:ln w="12700">
            <a:solidFill>
              <a:srgbClr val="2E86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182880" y="4617720"/>
            <a:ext cx="8778240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✉  W216459591@student.hccs.edu     |     🔗  github.com/Mojochukwu     |     ITAI-2376  •  Spring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178</TotalTime>
  <Words>457</Words>
  <Application>Microsoft Office PowerPoint</Application>
  <PresentationFormat>On-screen Show (16:9)</PresentationFormat>
  <Paragraphs>101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Portfolio - Munachimso Benson</dc:title>
  <dc:subject>PptxGenJS Presentation</dc:subject>
  <dc:creator>Munachimso Benson</dc:creator>
  <cp:lastModifiedBy>Chimso Benson</cp:lastModifiedBy>
  <cp:revision>1</cp:revision>
  <dcterms:created xsi:type="dcterms:W3CDTF">2026-05-06T20:01:14Z</dcterms:created>
  <dcterms:modified xsi:type="dcterms:W3CDTF">2026-05-07T02:17:59Z</dcterms:modified>
</cp:coreProperties>
</file>