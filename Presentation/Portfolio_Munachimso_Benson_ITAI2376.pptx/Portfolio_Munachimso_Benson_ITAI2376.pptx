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5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872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jochukw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jochukwu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766560" y="-1097280"/>
            <a:ext cx="3657600" cy="3657600"/>
          </a:xfrm>
          <a:prstGeom prst="ellipse">
            <a:avLst/>
          </a:prstGeom>
          <a:solidFill>
            <a:srgbClr val="1B4F72">
              <a:alpha val="40000"/>
            </a:srgbClr>
          </a:solidFill>
          <a:ln w="12700">
            <a:solidFill>
              <a:srgbClr val="1B4F7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2E86DE">
              <a:alpha val="25000"/>
            </a:srgbClr>
          </a:solidFill>
          <a:ln w="12700">
            <a:solidFill>
              <a:srgbClr val="2E86D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MUNACHIMSO BENSON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AI Systems | HCCS ITAI-2376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176272"/>
            <a:ext cx="5943600" cy="36576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student specializing in deep learning, generative models, and intelligent agent systems. Built and trained CNNs, Transformers, Diffusion Models, and autonomous agents from the ground up.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493008"/>
            <a:ext cx="3291840" cy="4572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365760" y="34930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github.com/Mojochukwu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3493008"/>
            <a:ext cx="420624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0" y="34930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W216459591@student.hccs.edu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Patricia McManus  |  ITAI-2376 Deep Learning  |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JOURNEY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2395728"/>
            <a:ext cx="8229600" cy="6400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2194560"/>
            <a:ext cx="402336" cy="402336"/>
          </a:xfrm>
          <a:prstGeom prst="ellipse">
            <a:avLst/>
          </a:prstGeom>
          <a:solidFill>
            <a:srgbClr val="2E86DE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1024128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271576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Frameworks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67712" y="2194560"/>
            <a:ext cx="402336" cy="402336"/>
          </a:xfrm>
          <a:prstGeom prst="ellipse">
            <a:avLst/>
          </a:prstGeom>
          <a:solidFill>
            <a:srgbClr val="2E86DE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6771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1024128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71576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96512" y="2194560"/>
            <a:ext cx="402336" cy="402336"/>
          </a:xfrm>
          <a:prstGeom prst="ellipse">
            <a:avLst/>
          </a:prstGeom>
          <a:solidFill>
            <a:srgbClr val="2E86DE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9651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1024128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271576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&amp; BERT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25312" y="2194560"/>
            <a:ext cx="402336" cy="402336"/>
          </a:xfrm>
          <a:prstGeom prst="ellipse">
            <a:avLst/>
          </a:prstGeom>
          <a:solidFill>
            <a:srgbClr val="2E86DE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2531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1024128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271576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54112" y="2194560"/>
            <a:ext cx="402336" cy="402336"/>
          </a:xfrm>
          <a:prstGeom prst="ellipse">
            <a:avLst/>
          </a:prstGeom>
          <a:solidFill>
            <a:srgbClr val="2E86DE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5411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0" y="1024128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271576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Blog Agent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160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Mastered: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526280"/>
            <a:ext cx="19202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14600" y="4526280"/>
            <a:ext cx="19202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51460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4526280"/>
            <a:ext cx="19202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6344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12280" y="4526280"/>
            <a:ext cx="19202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1228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873752"/>
            <a:ext cx="19202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4873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514600" y="4873752"/>
            <a:ext cx="19202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514600" y="4873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4873752"/>
            <a:ext cx="19202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63440" y="4873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12280" y="4873752"/>
            <a:ext cx="19202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12280" y="4873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PROJECTS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834640" cy="388620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28346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11155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67335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Blog-to-Podcast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194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 •  GPT-4o-mini  •  OpenAI TTS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578608"/>
            <a:ext cx="2468880" cy="27432"/>
          </a:xfrm>
          <a:prstGeom prst="rect">
            <a:avLst/>
          </a:prstGeom>
          <a:solidFill>
            <a:srgbClr val="8EAFC2"/>
          </a:solidFill>
          <a:ln w="12700">
            <a:solidFill>
              <a:srgbClr val="8EA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65176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agentic pipeline: scrapes blog URLs, rewrites for audio using GPT-4o-mini, and synthesises human-sounding speech. Cost ~$0.03/run.</a:t>
            </a:r>
            <a:endParaRPr lang="en-US" sz="1100" dirty="0"/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274320" y="4434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github.com/Mojochukwu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1005840"/>
            <a:ext cx="2834640" cy="388620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72968" y="1005840"/>
            <a:ext cx="28346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72968" y="11155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🔥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64408" y="167335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 — MNIST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64408" y="2194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 •  U-Net  •  CLIP Evaluation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55848" y="2578608"/>
            <a:ext cx="2468880" cy="27432"/>
          </a:xfrm>
          <a:prstGeom prst="rect">
            <a:avLst/>
          </a:prstGeom>
          <a:solidFill>
            <a:srgbClr val="8EAFC2"/>
          </a:solidFill>
          <a:ln w="12700">
            <a:solidFill>
              <a:srgbClr val="8EA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10128" y="265176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class-conditioned U-Net diffusion model (1.5M params) from scratch. Trained 30 epochs on MNIST; 47% loss improvement. Evaluated with OpenAI CLIP.</a:t>
            </a:r>
            <a:endParaRPr lang="en-US" sz="1100" dirty="0"/>
          </a:p>
        </p:txBody>
      </p:sp>
      <p:sp>
        <p:nvSpPr>
          <p:cNvPr id="20" name="Text 18">
            <a:hlinkClick r:id="rId3"/>
          </p:cNvPr>
          <p:cNvSpPr/>
          <p:nvPr/>
        </p:nvSpPr>
        <p:spPr>
          <a:xfrm>
            <a:off x="3264408" y="4434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github.com/Mojochukwu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63056" y="1005840"/>
            <a:ext cx="2834640" cy="388620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63056" y="1005840"/>
            <a:ext cx="28346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63056" y="11155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254496" y="167335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vs Transformers vs ViT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54496" y="2194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 •  DistilBERT  •  ViT  •  CIFAR-10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45936" y="2578608"/>
            <a:ext cx="2468880" cy="27432"/>
          </a:xfrm>
          <a:prstGeom prst="rect">
            <a:avLst/>
          </a:prstGeom>
          <a:solidFill>
            <a:srgbClr val="8EAFC2"/>
          </a:solidFill>
          <a:ln w="12700">
            <a:solidFill>
              <a:srgbClr val="8EA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0216" y="265176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benchmark: Vanilla RNN (70.3%) → LSTM (81.2%) → DistilBERT (91.05%). ViT hit 96.6% on CIFAR-10 vs custom CNN at 49.6%.</a:t>
            </a:r>
            <a:endParaRPr lang="en-US" sz="1100" dirty="0"/>
          </a:p>
        </p:txBody>
      </p:sp>
      <p:sp>
        <p:nvSpPr>
          <p:cNvPr id="28" name="Text 26">
            <a:hlinkClick r:id="rId3"/>
          </p:cNvPr>
          <p:cNvSpPr/>
          <p:nvPr/>
        </p:nvSpPr>
        <p:spPr>
          <a:xfrm>
            <a:off x="6254496" y="4434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github.com/Mojochukwu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COMPETENCIES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(PyTorch / TF)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00784"/>
            <a:ext cx="4114800" cy="146304"/>
          </a:xfrm>
          <a:prstGeom prst="rect">
            <a:avLst/>
          </a:prstGeom>
          <a:solidFill>
            <a:srgbClr val="C8D9EA"/>
          </a:solidFill>
          <a:ln w="12700">
            <a:solidFill>
              <a:srgbClr val="C8D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700784"/>
            <a:ext cx="3621024" cy="14630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26280" y="14630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9842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&amp; Transfer Learning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221992"/>
            <a:ext cx="4114800" cy="146304"/>
          </a:xfrm>
          <a:prstGeom prst="rect">
            <a:avLst/>
          </a:prstGeom>
          <a:solidFill>
            <a:srgbClr val="C8D9EA"/>
          </a:solidFill>
          <a:ln w="12700">
            <a:solidFill>
              <a:srgbClr val="C8D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221992"/>
            <a:ext cx="3497580" cy="14630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26280" y="198424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505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&amp; NLP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4114800" cy="146304"/>
          </a:xfrm>
          <a:prstGeom prst="rect">
            <a:avLst/>
          </a:prstGeom>
          <a:solidFill>
            <a:srgbClr val="C8D9EA"/>
          </a:solidFill>
          <a:ln w="12700">
            <a:solidFill>
              <a:srgbClr val="C8D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3374136" cy="14630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26280" y="25054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02666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Models (Diffusion)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64408"/>
            <a:ext cx="4114800" cy="146304"/>
          </a:xfrm>
          <a:prstGeom prst="rect">
            <a:avLst/>
          </a:prstGeom>
          <a:solidFill>
            <a:srgbClr val="C8D9EA"/>
          </a:solidFill>
          <a:ln w="12700">
            <a:solidFill>
              <a:srgbClr val="C8D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264408"/>
            <a:ext cx="3209544" cy="14630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26280" y="30266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5478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785616"/>
            <a:ext cx="4114800" cy="146304"/>
          </a:xfrm>
          <a:prstGeom prst="rect">
            <a:avLst/>
          </a:prstGeom>
          <a:solidFill>
            <a:srgbClr val="C8D9EA"/>
          </a:solidFill>
          <a:ln w="12700">
            <a:solidFill>
              <a:srgbClr val="C8D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3785616"/>
            <a:ext cx="2962656" cy="14630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26280" y="35478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069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Development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306824"/>
            <a:ext cx="4114800" cy="146304"/>
          </a:xfrm>
          <a:prstGeom prst="rect">
            <a:avLst/>
          </a:prstGeom>
          <a:solidFill>
            <a:srgbClr val="C8D9EA"/>
          </a:solidFill>
          <a:ln w="12700">
            <a:solidFill>
              <a:srgbClr val="C8D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4306824"/>
            <a:ext cx="3291840" cy="14630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26280" y="4069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Competencies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0" y="1463040"/>
            <a:ext cx="18288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2E86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0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029200" y="19568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Design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95160" y="1463040"/>
            <a:ext cx="18288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2E86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95160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995160" y="19568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Evaluation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0" y="2542032"/>
            <a:ext cx="18288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2E86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0" y="25877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029200" y="3035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95160" y="2542032"/>
            <a:ext cx="18288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2E86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995160" y="25877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995160" y="3035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0" y="3621024"/>
            <a:ext cx="18288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2E86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29200" y="36667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🗒️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02920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Documentation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95160" y="3621024"/>
            <a:ext cx="18288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2E86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995160" y="36667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699516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1B4F72">
              <a:alpha val="30000"/>
            </a:srgbClr>
          </a:solidFill>
          <a:ln w="12700">
            <a:solidFill>
              <a:srgbClr val="1B4F7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2E86DE">
              <a:alpha val="20000"/>
            </a:srgbClr>
          </a:solidFill>
          <a:ln w="12700">
            <a:solidFill>
              <a:srgbClr val="2E86D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NEXT STEPS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is about choosing the right architecture for the right data — not one-size-fits-all.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3113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21284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dominate language; CNNs still hold an edge in real-time vision tasks.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80944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96265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unlock a new level of AI utility — orchestrating models to solve real problems end-to-end.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30752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71246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matters as much as training — CLIP scoring, confusion matrices, and loss curves tell the full story.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36576" cy="3474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1005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Goals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83480" y="1481328"/>
            <a:ext cx="374904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74920" y="148132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Build multi-agent AI systems with AutoGen &amp; CrewAI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2231136"/>
            <a:ext cx="374904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74920" y="223113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Deploy models to production with FastAPI &amp; Docker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83480" y="2980944"/>
            <a:ext cx="374904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74920" y="298094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Explore fine-tuning open-source LLMs (LLaMA, Mistral)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3730752"/>
            <a:ext cx="374904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74920" y="373075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Pursue AI engineering roles and contribute to open-source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82880" y="4617720"/>
            <a:ext cx="87782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W216459591@student.hccs.edu     |     🔗  github.com/Mojochukwu     |     ITAI-2376  •  Spring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455</Words>
  <Application>Microsoft Office PowerPoint</Application>
  <PresentationFormat>On-screen Show (16:9)</PresentationFormat>
  <Paragraphs>101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Portfolio - Munachimso Benson</dc:title>
  <dc:subject>PptxGenJS Presentation</dc:subject>
  <dc:creator>Munachimso Benson</dc:creator>
  <cp:lastModifiedBy>Chimso Benson</cp:lastModifiedBy>
  <cp:revision>1</cp:revision>
  <dcterms:created xsi:type="dcterms:W3CDTF">2026-05-06T20:01:14Z</dcterms:created>
  <dcterms:modified xsi:type="dcterms:W3CDTF">2026-05-06T23:00:43Z</dcterms:modified>
</cp:coreProperties>
</file>